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6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26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11.12.2020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4064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11.12.2020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309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11.12.2020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433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11.12.2020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422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11.12.2020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15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11.12.2020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089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11.12.2020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8231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11.12.2020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944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11.12.2020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27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11.12.2020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335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11.12.2020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760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EFCC5-36EC-4DE8-9C83-63CF11493EEB}" type="datetimeFigureOut">
              <a:rPr lang="de-DE" smtClean="0"/>
              <a:t>11.12.2020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2510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erade Verbindung mit Pfeil 27"/>
          <p:cNvCxnSpPr/>
          <p:nvPr/>
        </p:nvCxnSpPr>
        <p:spPr>
          <a:xfrm flipH="1">
            <a:off x="2237471" y="4295624"/>
            <a:ext cx="5792902" cy="250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/>
          <p:cNvSpPr txBox="1"/>
          <p:nvPr/>
        </p:nvSpPr>
        <p:spPr>
          <a:xfrm>
            <a:off x="2404773" y="4245063"/>
            <a:ext cx="3305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http </a:t>
            </a:r>
            <a:r>
              <a:rPr lang="de-DE" sz="1200" dirty="0" err="1" smtClean="0"/>
              <a:t>redirect</a:t>
            </a:r>
            <a:r>
              <a:rPr lang="de-DE" sz="1200" dirty="0" smtClean="0"/>
              <a:t> auf </a:t>
            </a:r>
            <a:r>
              <a:rPr lang="de-DE" sz="1200" dirty="0" err="1" smtClean="0"/>
              <a:t>dev</a:t>
            </a:r>
            <a:r>
              <a:rPr lang="de-DE" sz="1200" dirty="0" smtClean="0"/>
              <a:t> </a:t>
            </a:r>
            <a:r>
              <a:rPr lang="de-DE" sz="1200" dirty="0" err="1" smtClean="0"/>
              <a:t>server</a:t>
            </a:r>
            <a:r>
              <a:rPr lang="de-DE" sz="1200" dirty="0" smtClean="0"/>
              <a:t> (</a:t>
            </a:r>
            <a:r>
              <a:rPr lang="de-DE" sz="1200" dirty="0" err="1" smtClean="0"/>
              <a:t>origin</a:t>
            </a:r>
            <a:r>
              <a:rPr lang="de-DE" sz="1200" dirty="0" smtClean="0"/>
              <a:t> </a:t>
            </a:r>
            <a:r>
              <a:rPr lang="de-DE" sz="1200" dirty="0" err="1" smtClean="0"/>
              <a:t>server</a:t>
            </a:r>
            <a:r>
              <a:rPr lang="de-DE" sz="1200" dirty="0" smtClean="0"/>
              <a:t>)</a:t>
            </a:r>
            <a:endParaRPr lang="de-DE" sz="1200" dirty="0"/>
          </a:p>
        </p:txBody>
      </p:sp>
      <p:sp>
        <p:nvSpPr>
          <p:cNvPr id="31" name="Textfeld 30"/>
          <p:cNvSpPr txBox="1"/>
          <p:nvPr/>
        </p:nvSpPr>
        <p:spPr>
          <a:xfrm>
            <a:off x="265636" y="1355058"/>
            <a:ext cx="1491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Bisher</a:t>
            </a:r>
            <a:endParaRPr lang="de-DE" b="1" dirty="0"/>
          </a:p>
        </p:txBody>
      </p:sp>
      <p:sp>
        <p:nvSpPr>
          <p:cNvPr id="32" name="Rechteck 31"/>
          <p:cNvSpPr/>
          <p:nvPr/>
        </p:nvSpPr>
        <p:spPr>
          <a:xfrm>
            <a:off x="5593676" y="362695"/>
            <a:ext cx="1394588" cy="3524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Igtimi</a:t>
            </a:r>
            <a:endParaRPr lang="de-DE" dirty="0"/>
          </a:p>
        </p:txBody>
      </p:sp>
      <p:sp>
        <p:nvSpPr>
          <p:cNvPr id="33" name="Rechteck 32"/>
          <p:cNvSpPr/>
          <p:nvPr/>
        </p:nvSpPr>
        <p:spPr>
          <a:xfrm>
            <a:off x="7647245" y="362695"/>
            <a:ext cx="1282203" cy="49551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Archive </a:t>
            </a:r>
            <a:r>
              <a:rPr lang="de-DE" dirty="0" err="1" smtClean="0"/>
              <a:t>server</a:t>
            </a:r>
            <a:endParaRPr lang="de-DE" dirty="0"/>
          </a:p>
        </p:txBody>
      </p:sp>
      <p:sp>
        <p:nvSpPr>
          <p:cNvPr id="34" name="Rechteck 33"/>
          <p:cNvSpPr/>
          <p:nvPr/>
        </p:nvSpPr>
        <p:spPr>
          <a:xfrm>
            <a:off x="1103410" y="306503"/>
            <a:ext cx="1920751" cy="551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Client Browser</a:t>
            </a:r>
            <a:endParaRPr lang="de-DE" dirty="0"/>
          </a:p>
        </p:txBody>
      </p:sp>
      <p:cxnSp>
        <p:nvCxnSpPr>
          <p:cNvPr id="35" name="Gerade Verbindung mit Pfeil 34"/>
          <p:cNvCxnSpPr/>
          <p:nvPr/>
        </p:nvCxnSpPr>
        <p:spPr>
          <a:xfrm flipV="1">
            <a:off x="2063785" y="1149897"/>
            <a:ext cx="4017741" cy="65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/>
          <p:cNvSpPr txBox="1"/>
          <p:nvPr/>
        </p:nvSpPr>
        <p:spPr>
          <a:xfrm>
            <a:off x="3236159" y="620024"/>
            <a:ext cx="18798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smtClean="0"/>
              <a:t>Start den </a:t>
            </a:r>
            <a:r>
              <a:rPr lang="de-DE" sz="1100" dirty="0" err="1" smtClean="0"/>
              <a:t>Authentikation</a:t>
            </a:r>
            <a:r>
              <a:rPr lang="de-DE" sz="1100" dirty="0" smtClean="0"/>
              <a:t>: Request an </a:t>
            </a:r>
            <a:r>
              <a:rPr lang="de-DE" sz="1100" dirty="0" err="1" smtClean="0"/>
              <a:t>Igtimi</a:t>
            </a:r>
            <a:r>
              <a:rPr lang="de-DE" sz="1100" dirty="0" smtClean="0"/>
              <a:t> mit Callback URL</a:t>
            </a:r>
            <a:endParaRPr lang="de-DE" sz="1100" dirty="0"/>
          </a:p>
        </p:txBody>
      </p:sp>
      <p:cxnSp>
        <p:nvCxnSpPr>
          <p:cNvPr id="37" name="Gerade Verbindung mit Pfeil 36"/>
          <p:cNvCxnSpPr/>
          <p:nvPr/>
        </p:nvCxnSpPr>
        <p:spPr>
          <a:xfrm flipH="1">
            <a:off x="2017810" y="1623958"/>
            <a:ext cx="4063716" cy="32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feld 37"/>
          <p:cNvSpPr txBox="1"/>
          <p:nvPr/>
        </p:nvSpPr>
        <p:spPr>
          <a:xfrm>
            <a:off x="2334530" y="1536143"/>
            <a:ext cx="1675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Response: HTML Seite mit Login </a:t>
            </a:r>
            <a:r>
              <a:rPr lang="de-DE" sz="1200" dirty="0" err="1" smtClean="0"/>
              <a:t>formular</a:t>
            </a:r>
            <a:endParaRPr lang="de-DE" sz="1200" dirty="0"/>
          </a:p>
        </p:txBody>
      </p:sp>
      <p:cxnSp>
        <p:nvCxnSpPr>
          <p:cNvPr id="39" name="Gerade Verbindung mit Pfeil 38"/>
          <p:cNvCxnSpPr/>
          <p:nvPr/>
        </p:nvCxnSpPr>
        <p:spPr>
          <a:xfrm flipV="1">
            <a:off x="2063785" y="2224675"/>
            <a:ext cx="4017741" cy="68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39"/>
          <p:cNvSpPr txBox="1"/>
          <p:nvPr/>
        </p:nvSpPr>
        <p:spPr>
          <a:xfrm>
            <a:off x="3236159" y="2044004"/>
            <a:ext cx="2549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Login </a:t>
            </a:r>
            <a:r>
              <a:rPr lang="de-DE" sz="1200" dirty="0" err="1" smtClean="0"/>
              <a:t>Auth</a:t>
            </a:r>
            <a:r>
              <a:rPr lang="de-DE" sz="1200" dirty="0" smtClean="0"/>
              <a:t> </a:t>
            </a:r>
            <a:r>
              <a:rPr lang="de-DE" sz="1200" dirty="0" err="1" smtClean="0"/>
              <a:t>request</a:t>
            </a:r>
            <a:r>
              <a:rPr lang="de-DE" sz="1200" dirty="0" smtClean="0"/>
              <a:t> mit </a:t>
            </a:r>
            <a:r>
              <a:rPr lang="de-DE" sz="1200" dirty="0" err="1" smtClean="0"/>
              <a:t>username</a:t>
            </a:r>
            <a:r>
              <a:rPr lang="de-DE" sz="1200" dirty="0" smtClean="0"/>
              <a:t> + </a:t>
            </a:r>
            <a:r>
              <a:rPr lang="de-DE" sz="1200" dirty="0" err="1" smtClean="0"/>
              <a:t>passwort</a:t>
            </a:r>
            <a:r>
              <a:rPr lang="de-DE" sz="1200" dirty="0" smtClean="0"/>
              <a:t> von </a:t>
            </a:r>
            <a:r>
              <a:rPr lang="de-DE" sz="1200" dirty="0" err="1" smtClean="0"/>
              <a:t>Igtimi</a:t>
            </a:r>
            <a:endParaRPr lang="de-DE" sz="1200" dirty="0"/>
          </a:p>
        </p:txBody>
      </p:sp>
      <p:cxnSp>
        <p:nvCxnSpPr>
          <p:cNvPr id="41" name="Gerade Verbindung mit Pfeil 40"/>
          <p:cNvCxnSpPr/>
          <p:nvPr/>
        </p:nvCxnSpPr>
        <p:spPr>
          <a:xfrm flipH="1">
            <a:off x="1930968" y="2728993"/>
            <a:ext cx="3918128" cy="137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/>
          <p:cNvSpPr txBox="1"/>
          <p:nvPr/>
        </p:nvSpPr>
        <p:spPr>
          <a:xfrm>
            <a:off x="2112315" y="2745344"/>
            <a:ext cx="2119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HTTP 302 </a:t>
            </a:r>
            <a:r>
              <a:rPr lang="de-DE" sz="1200" dirty="0" err="1" smtClean="0"/>
              <a:t>redirect</a:t>
            </a:r>
            <a:r>
              <a:rPr lang="de-DE" sz="1200" dirty="0" smtClean="0"/>
              <a:t> auf </a:t>
            </a:r>
            <a:r>
              <a:rPr lang="de-DE" sz="1200" dirty="0" err="1" smtClean="0"/>
              <a:t>callback</a:t>
            </a:r>
            <a:r>
              <a:rPr lang="de-DE" sz="1200" dirty="0" smtClean="0"/>
              <a:t> </a:t>
            </a:r>
            <a:r>
              <a:rPr lang="de-DE" sz="1200" dirty="0" err="1" smtClean="0"/>
              <a:t>adresse</a:t>
            </a:r>
            <a:endParaRPr lang="de-DE" sz="1200" dirty="0"/>
          </a:p>
        </p:txBody>
      </p:sp>
      <p:cxnSp>
        <p:nvCxnSpPr>
          <p:cNvPr id="43" name="Gerade Verbindung mit Pfeil 42"/>
          <p:cNvCxnSpPr/>
          <p:nvPr/>
        </p:nvCxnSpPr>
        <p:spPr>
          <a:xfrm flipV="1">
            <a:off x="2017810" y="3744442"/>
            <a:ext cx="6048322" cy="130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feld 43"/>
          <p:cNvSpPr txBox="1"/>
          <p:nvPr/>
        </p:nvSpPr>
        <p:spPr>
          <a:xfrm>
            <a:off x="2257904" y="3516742"/>
            <a:ext cx="4158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Client Request auf Callback, Callback zeigt immer auf </a:t>
            </a:r>
            <a:r>
              <a:rPr lang="de-DE" sz="1200" dirty="0" err="1" smtClean="0"/>
              <a:t>archive</a:t>
            </a:r>
            <a:r>
              <a:rPr lang="de-DE" sz="1200" dirty="0" smtClean="0"/>
              <a:t> </a:t>
            </a:r>
            <a:r>
              <a:rPr lang="de-DE" sz="1200" dirty="0" err="1" smtClean="0"/>
              <a:t>server</a:t>
            </a:r>
            <a:endParaRPr lang="de-DE" sz="1200" dirty="0"/>
          </a:p>
        </p:txBody>
      </p:sp>
      <p:cxnSp>
        <p:nvCxnSpPr>
          <p:cNvPr id="47" name="Gerade Verbindung mit Pfeil 46"/>
          <p:cNvCxnSpPr/>
          <p:nvPr/>
        </p:nvCxnSpPr>
        <p:spPr>
          <a:xfrm flipV="1">
            <a:off x="1787933" y="5037620"/>
            <a:ext cx="8587186" cy="7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1796873" y="4845573"/>
            <a:ext cx="299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GET </a:t>
            </a:r>
            <a:r>
              <a:rPr lang="de-DE" sz="1200" dirty="0" err="1" smtClean="0"/>
              <a:t>request</a:t>
            </a:r>
            <a:r>
              <a:rPr lang="de-DE" sz="1200" dirty="0" smtClean="0"/>
              <a:t> auf resultierend aus dem HTTP </a:t>
            </a:r>
            <a:r>
              <a:rPr lang="de-DE" sz="1200" dirty="0" err="1" smtClean="0"/>
              <a:t>redirect</a:t>
            </a:r>
            <a:endParaRPr lang="de-DE" sz="1200" dirty="0"/>
          </a:p>
        </p:txBody>
      </p:sp>
      <p:sp>
        <p:nvSpPr>
          <p:cNvPr id="49" name="Rechteck 48"/>
          <p:cNvSpPr/>
          <p:nvPr/>
        </p:nvSpPr>
        <p:spPr>
          <a:xfrm>
            <a:off x="6084081" y="715173"/>
            <a:ext cx="89397" cy="5501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/>
          <p:cNvSpPr/>
          <p:nvPr/>
        </p:nvSpPr>
        <p:spPr>
          <a:xfrm>
            <a:off x="8117216" y="858208"/>
            <a:ext cx="112384" cy="539444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/>
          <p:cNvSpPr txBox="1"/>
          <p:nvPr/>
        </p:nvSpPr>
        <p:spPr>
          <a:xfrm>
            <a:off x="7647245" y="3701600"/>
            <a:ext cx="20944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smtClean="0"/>
              <a:t>Erkennt, dass </a:t>
            </a:r>
            <a:r>
              <a:rPr lang="de-DE" sz="1100" dirty="0" err="1" smtClean="0"/>
              <a:t>Igtimi</a:t>
            </a:r>
            <a:r>
              <a:rPr lang="de-DE" sz="1100" dirty="0" smtClean="0"/>
              <a:t> </a:t>
            </a:r>
            <a:r>
              <a:rPr lang="de-DE" sz="1100" dirty="0" err="1" smtClean="0"/>
              <a:t>callback</a:t>
            </a:r>
            <a:r>
              <a:rPr lang="de-DE" sz="1100" dirty="0" smtClean="0"/>
              <a:t> </a:t>
            </a:r>
            <a:r>
              <a:rPr lang="de-DE" sz="1100" dirty="0" err="1" smtClean="0"/>
              <a:t>relayed</a:t>
            </a:r>
            <a:r>
              <a:rPr lang="de-DE" sz="1100" dirty="0" smtClean="0"/>
              <a:t> werden muss. Ermittelt das eigentliche Ziel.</a:t>
            </a:r>
            <a:endParaRPr lang="de-DE" sz="1100" dirty="0"/>
          </a:p>
        </p:txBody>
      </p:sp>
      <p:sp>
        <p:nvSpPr>
          <p:cNvPr id="52" name="Rechteck 51"/>
          <p:cNvSpPr/>
          <p:nvPr/>
        </p:nvSpPr>
        <p:spPr>
          <a:xfrm>
            <a:off x="10344469" y="1088085"/>
            <a:ext cx="153252" cy="538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/>
          <p:cNvSpPr/>
          <p:nvPr/>
        </p:nvSpPr>
        <p:spPr>
          <a:xfrm>
            <a:off x="9639512" y="398454"/>
            <a:ext cx="1573381" cy="6896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Dev</a:t>
            </a:r>
            <a:r>
              <a:rPr lang="de-DE" dirty="0" smtClean="0"/>
              <a:t> Server</a:t>
            </a:r>
          </a:p>
          <a:p>
            <a:pPr algn="ctr"/>
            <a:r>
              <a:rPr lang="de-DE" dirty="0" smtClean="0"/>
              <a:t>(</a:t>
            </a:r>
            <a:r>
              <a:rPr lang="de-DE" dirty="0" err="1" smtClean="0"/>
              <a:t>origin</a:t>
            </a:r>
            <a:r>
              <a:rPr lang="de-DE" dirty="0" smtClean="0"/>
              <a:t> </a:t>
            </a:r>
            <a:r>
              <a:rPr lang="de-DE" dirty="0" err="1" smtClean="0"/>
              <a:t>server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54" name="Textfeld 53"/>
          <p:cNvSpPr txBox="1"/>
          <p:nvPr/>
        </p:nvSpPr>
        <p:spPr>
          <a:xfrm>
            <a:off x="10574346" y="4781444"/>
            <a:ext cx="105743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smtClean="0"/>
              <a:t>Token wird gegenüber </a:t>
            </a:r>
            <a:r>
              <a:rPr lang="de-DE" sz="1100" dirty="0" err="1" smtClean="0"/>
              <a:t>Igtimi</a:t>
            </a:r>
            <a:r>
              <a:rPr lang="de-DE" sz="1100" dirty="0" smtClean="0"/>
              <a:t> validiert. Im positiven Fall abgespeichert für weitere Verwendung.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8910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/>
          <p:cNvSpPr/>
          <p:nvPr/>
        </p:nvSpPr>
        <p:spPr>
          <a:xfrm>
            <a:off x="5593676" y="362695"/>
            <a:ext cx="1394588" cy="3524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Igtimi</a:t>
            </a:r>
            <a:endParaRPr lang="de-DE" dirty="0"/>
          </a:p>
        </p:txBody>
      </p:sp>
      <p:sp>
        <p:nvSpPr>
          <p:cNvPr id="23" name="Rechteck 22"/>
          <p:cNvSpPr/>
          <p:nvPr/>
        </p:nvSpPr>
        <p:spPr>
          <a:xfrm>
            <a:off x="7647245" y="362695"/>
            <a:ext cx="1282203" cy="49551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Archive </a:t>
            </a:r>
            <a:r>
              <a:rPr lang="de-DE" dirty="0" err="1" smtClean="0"/>
              <a:t>server</a:t>
            </a:r>
            <a:endParaRPr lang="de-DE" dirty="0"/>
          </a:p>
        </p:txBody>
      </p:sp>
      <p:sp>
        <p:nvSpPr>
          <p:cNvPr id="24" name="Rechteck 23"/>
          <p:cNvSpPr/>
          <p:nvPr/>
        </p:nvSpPr>
        <p:spPr>
          <a:xfrm>
            <a:off x="9639512" y="398454"/>
            <a:ext cx="1573381" cy="6896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Dev</a:t>
            </a:r>
            <a:r>
              <a:rPr lang="de-DE" dirty="0" smtClean="0"/>
              <a:t> Server</a:t>
            </a:r>
          </a:p>
          <a:p>
            <a:pPr algn="ctr"/>
            <a:r>
              <a:rPr lang="de-DE" dirty="0" smtClean="0"/>
              <a:t>(</a:t>
            </a:r>
            <a:r>
              <a:rPr lang="de-DE" dirty="0" err="1" smtClean="0"/>
              <a:t>origin</a:t>
            </a:r>
            <a:r>
              <a:rPr lang="de-DE" dirty="0" smtClean="0"/>
              <a:t> </a:t>
            </a:r>
            <a:r>
              <a:rPr lang="de-DE" dirty="0" err="1" smtClean="0"/>
              <a:t>server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5" name="Rechteck 24"/>
          <p:cNvSpPr/>
          <p:nvPr/>
        </p:nvSpPr>
        <p:spPr>
          <a:xfrm>
            <a:off x="1103410" y="306503"/>
            <a:ext cx="1920751" cy="551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Client Browser</a:t>
            </a:r>
            <a:endParaRPr lang="de-DE" dirty="0"/>
          </a:p>
        </p:txBody>
      </p:sp>
      <p:cxnSp>
        <p:nvCxnSpPr>
          <p:cNvPr id="26" name="Gerade Verbindung mit Pfeil 25"/>
          <p:cNvCxnSpPr/>
          <p:nvPr/>
        </p:nvCxnSpPr>
        <p:spPr>
          <a:xfrm flipV="1">
            <a:off x="2063785" y="1149897"/>
            <a:ext cx="4017741" cy="65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/>
          <p:cNvSpPr txBox="1"/>
          <p:nvPr/>
        </p:nvSpPr>
        <p:spPr>
          <a:xfrm>
            <a:off x="3236159" y="620024"/>
            <a:ext cx="187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Initialer Request mit Callback URL</a:t>
            </a:r>
            <a:endParaRPr lang="de-DE" dirty="0"/>
          </a:p>
        </p:txBody>
      </p:sp>
      <p:cxnSp>
        <p:nvCxnSpPr>
          <p:cNvPr id="28" name="Gerade Verbindung mit Pfeil 27"/>
          <p:cNvCxnSpPr/>
          <p:nvPr/>
        </p:nvCxnSpPr>
        <p:spPr>
          <a:xfrm flipH="1">
            <a:off x="2017810" y="1623958"/>
            <a:ext cx="4063716" cy="32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/>
          <p:cNvSpPr txBox="1"/>
          <p:nvPr/>
        </p:nvSpPr>
        <p:spPr>
          <a:xfrm>
            <a:off x="2334530" y="1536143"/>
            <a:ext cx="1675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Response: HTML Seite mit Login </a:t>
            </a:r>
            <a:r>
              <a:rPr lang="de-DE" sz="1200" dirty="0" err="1" smtClean="0"/>
              <a:t>formular</a:t>
            </a:r>
            <a:endParaRPr lang="de-DE" sz="1200" dirty="0"/>
          </a:p>
        </p:txBody>
      </p:sp>
      <p:cxnSp>
        <p:nvCxnSpPr>
          <p:cNvPr id="30" name="Gerade Verbindung mit Pfeil 29"/>
          <p:cNvCxnSpPr/>
          <p:nvPr/>
        </p:nvCxnSpPr>
        <p:spPr>
          <a:xfrm flipV="1">
            <a:off x="2063785" y="2224675"/>
            <a:ext cx="4017741" cy="68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/>
          <p:cNvSpPr txBox="1"/>
          <p:nvPr/>
        </p:nvSpPr>
        <p:spPr>
          <a:xfrm>
            <a:off x="3236159" y="2044004"/>
            <a:ext cx="2549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Login </a:t>
            </a:r>
            <a:r>
              <a:rPr lang="de-DE" sz="1200" dirty="0" err="1" smtClean="0"/>
              <a:t>Auth</a:t>
            </a:r>
            <a:r>
              <a:rPr lang="de-DE" sz="1200" dirty="0" smtClean="0"/>
              <a:t> </a:t>
            </a:r>
            <a:r>
              <a:rPr lang="de-DE" sz="1200" dirty="0" err="1" smtClean="0"/>
              <a:t>request</a:t>
            </a:r>
            <a:r>
              <a:rPr lang="de-DE" sz="1200" dirty="0" smtClean="0"/>
              <a:t> mit </a:t>
            </a:r>
            <a:r>
              <a:rPr lang="de-DE" sz="1200" dirty="0" err="1" smtClean="0"/>
              <a:t>username</a:t>
            </a:r>
            <a:r>
              <a:rPr lang="de-DE" sz="1200" dirty="0" smtClean="0"/>
              <a:t> + </a:t>
            </a:r>
            <a:r>
              <a:rPr lang="de-DE" sz="1200" dirty="0" err="1" smtClean="0"/>
              <a:t>passwort</a:t>
            </a:r>
            <a:r>
              <a:rPr lang="de-DE" sz="1200" dirty="0" smtClean="0"/>
              <a:t> von </a:t>
            </a:r>
            <a:r>
              <a:rPr lang="de-DE" sz="1200" dirty="0" err="1" smtClean="0"/>
              <a:t>Igtimi</a:t>
            </a:r>
            <a:endParaRPr lang="de-DE" sz="1200" dirty="0"/>
          </a:p>
        </p:txBody>
      </p:sp>
      <p:cxnSp>
        <p:nvCxnSpPr>
          <p:cNvPr id="32" name="Gerade Verbindung mit Pfeil 31"/>
          <p:cNvCxnSpPr/>
          <p:nvPr/>
        </p:nvCxnSpPr>
        <p:spPr>
          <a:xfrm flipH="1">
            <a:off x="1930968" y="2728993"/>
            <a:ext cx="3918128" cy="137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2112315" y="2745344"/>
            <a:ext cx="2119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HTTP 302 </a:t>
            </a:r>
            <a:r>
              <a:rPr lang="de-DE" sz="1200" dirty="0" err="1" smtClean="0"/>
              <a:t>redirect</a:t>
            </a:r>
            <a:r>
              <a:rPr lang="de-DE" sz="1200" dirty="0" smtClean="0"/>
              <a:t> auf </a:t>
            </a:r>
            <a:r>
              <a:rPr lang="de-DE" sz="1200" dirty="0" err="1" smtClean="0"/>
              <a:t>callback</a:t>
            </a:r>
            <a:r>
              <a:rPr lang="de-DE" sz="1200" dirty="0" smtClean="0"/>
              <a:t> </a:t>
            </a:r>
            <a:r>
              <a:rPr lang="de-DE" sz="1200" dirty="0" err="1" smtClean="0"/>
              <a:t>adresse</a:t>
            </a:r>
            <a:endParaRPr lang="de-DE" sz="1200" dirty="0"/>
          </a:p>
        </p:txBody>
      </p:sp>
      <p:cxnSp>
        <p:nvCxnSpPr>
          <p:cNvPr id="34" name="Gerade Verbindung mit Pfeil 33"/>
          <p:cNvCxnSpPr/>
          <p:nvPr/>
        </p:nvCxnSpPr>
        <p:spPr>
          <a:xfrm flipV="1">
            <a:off x="2017810" y="3744442"/>
            <a:ext cx="6048322" cy="130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/>
          <p:cNvSpPr txBox="1"/>
          <p:nvPr/>
        </p:nvSpPr>
        <p:spPr>
          <a:xfrm>
            <a:off x="2257904" y="3516742"/>
            <a:ext cx="4158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Client Request auf Callback, Callback zeigt immer auf </a:t>
            </a:r>
            <a:r>
              <a:rPr lang="de-DE" sz="1200" dirty="0" err="1" smtClean="0"/>
              <a:t>archive</a:t>
            </a:r>
            <a:r>
              <a:rPr lang="de-DE" sz="1200" dirty="0" smtClean="0"/>
              <a:t> </a:t>
            </a:r>
            <a:r>
              <a:rPr lang="de-DE" sz="1200" dirty="0" err="1" smtClean="0"/>
              <a:t>server</a:t>
            </a:r>
            <a:endParaRPr lang="de-DE" sz="1200" dirty="0"/>
          </a:p>
        </p:txBody>
      </p:sp>
      <p:cxnSp>
        <p:nvCxnSpPr>
          <p:cNvPr id="36" name="Gerade Verbindung mit Pfeil 35"/>
          <p:cNvCxnSpPr/>
          <p:nvPr/>
        </p:nvCxnSpPr>
        <p:spPr>
          <a:xfrm flipH="1">
            <a:off x="1816608" y="4315560"/>
            <a:ext cx="6275021" cy="78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feld 36"/>
          <p:cNvSpPr txBox="1"/>
          <p:nvPr/>
        </p:nvSpPr>
        <p:spPr>
          <a:xfrm>
            <a:off x="4868287" y="4953399"/>
            <a:ext cx="3305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Response: HTML mit </a:t>
            </a:r>
            <a:r>
              <a:rPr lang="de-DE" sz="1200" dirty="0" err="1" smtClean="0"/>
              <a:t>page</a:t>
            </a:r>
            <a:r>
              <a:rPr lang="de-DE" sz="1200" dirty="0" smtClean="0"/>
              <a:t> mit JS </a:t>
            </a:r>
            <a:r>
              <a:rPr lang="de-DE" sz="1200" dirty="0" err="1" smtClean="0"/>
              <a:t>snippet</a:t>
            </a:r>
            <a:r>
              <a:rPr lang="de-DE" sz="1200" dirty="0" smtClean="0"/>
              <a:t>, welches </a:t>
            </a:r>
            <a:r>
              <a:rPr lang="de-DE" sz="1200" dirty="0" err="1" smtClean="0"/>
              <a:t>token</a:t>
            </a:r>
            <a:r>
              <a:rPr lang="de-DE" sz="1200" dirty="0" smtClean="0"/>
              <a:t> </a:t>
            </a:r>
            <a:r>
              <a:rPr lang="de-DE" sz="1200" dirty="0" err="1" smtClean="0"/>
              <a:t>id</a:t>
            </a:r>
            <a:r>
              <a:rPr lang="de-DE" sz="1200" dirty="0" smtClean="0"/>
              <a:t> aus der </a:t>
            </a:r>
            <a:r>
              <a:rPr lang="de-DE" sz="1200" dirty="0" err="1" smtClean="0"/>
              <a:t>location</a:t>
            </a:r>
            <a:r>
              <a:rPr lang="de-DE" sz="1200" dirty="0" smtClean="0"/>
              <a:t> URL extrahiert.</a:t>
            </a:r>
            <a:endParaRPr lang="de-DE" sz="1200" dirty="0"/>
          </a:p>
        </p:txBody>
      </p:sp>
      <p:sp>
        <p:nvSpPr>
          <p:cNvPr id="39" name="Textfeld 38"/>
          <p:cNvSpPr txBox="1"/>
          <p:nvPr/>
        </p:nvSpPr>
        <p:spPr>
          <a:xfrm>
            <a:off x="265636" y="1355058"/>
            <a:ext cx="1491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Neu</a:t>
            </a:r>
            <a:endParaRPr lang="de-DE" b="1" dirty="0"/>
          </a:p>
        </p:txBody>
      </p:sp>
      <p:cxnSp>
        <p:nvCxnSpPr>
          <p:cNvPr id="43" name="Gerade Verbindung mit Pfeil 42"/>
          <p:cNvCxnSpPr/>
          <p:nvPr/>
        </p:nvCxnSpPr>
        <p:spPr>
          <a:xfrm flipV="1">
            <a:off x="1757283" y="5671592"/>
            <a:ext cx="8587186" cy="7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feld 43"/>
          <p:cNvSpPr txBox="1"/>
          <p:nvPr/>
        </p:nvSpPr>
        <p:spPr>
          <a:xfrm>
            <a:off x="1864559" y="5587152"/>
            <a:ext cx="299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POST </a:t>
            </a:r>
            <a:r>
              <a:rPr lang="de-DE" sz="1200" dirty="0" err="1" smtClean="0"/>
              <a:t>request</a:t>
            </a:r>
            <a:r>
              <a:rPr lang="de-DE" sz="1200" dirty="0" smtClean="0"/>
              <a:t> mit </a:t>
            </a:r>
            <a:r>
              <a:rPr lang="de-DE" sz="1200" dirty="0" err="1" smtClean="0"/>
              <a:t>token</a:t>
            </a:r>
            <a:r>
              <a:rPr lang="de-DE" sz="1200" dirty="0" smtClean="0"/>
              <a:t> an den </a:t>
            </a:r>
            <a:r>
              <a:rPr lang="de-DE" sz="1200" dirty="0" err="1" smtClean="0"/>
              <a:t>Dev</a:t>
            </a:r>
            <a:r>
              <a:rPr lang="de-DE" sz="1200" dirty="0" smtClean="0"/>
              <a:t> Server (</a:t>
            </a:r>
            <a:r>
              <a:rPr lang="de-DE" sz="1200" dirty="0" err="1" smtClean="0"/>
              <a:t>origin</a:t>
            </a:r>
            <a:r>
              <a:rPr lang="de-DE" sz="1200" dirty="0" smtClean="0"/>
              <a:t> </a:t>
            </a:r>
            <a:r>
              <a:rPr lang="de-DE" sz="1200" dirty="0" err="1" smtClean="0"/>
              <a:t>server</a:t>
            </a:r>
            <a:r>
              <a:rPr lang="de-DE" sz="1200" dirty="0" smtClean="0"/>
              <a:t>)</a:t>
            </a:r>
            <a:endParaRPr lang="de-DE" sz="1200" dirty="0"/>
          </a:p>
        </p:txBody>
      </p:sp>
      <p:sp>
        <p:nvSpPr>
          <p:cNvPr id="45" name="Rechteck 44"/>
          <p:cNvSpPr/>
          <p:nvPr/>
        </p:nvSpPr>
        <p:spPr>
          <a:xfrm>
            <a:off x="6084081" y="715173"/>
            <a:ext cx="89397" cy="5501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/>
          <p:cNvSpPr/>
          <p:nvPr/>
        </p:nvSpPr>
        <p:spPr>
          <a:xfrm>
            <a:off x="8117216" y="858208"/>
            <a:ext cx="112384" cy="539444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/>
          <p:cNvSpPr txBox="1"/>
          <p:nvPr/>
        </p:nvSpPr>
        <p:spPr>
          <a:xfrm>
            <a:off x="7647245" y="3701600"/>
            <a:ext cx="209443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smtClean="0"/>
              <a:t>Erkennt, dass </a:t>
            </a:r>
            <a:r>
              <a:rPr lang="de-DE" sz="1100" dirty="0" err="1" smtClean="0"/>
              <a:t>Igtimi</a:t>
            </a:r>
            <a:r>
              <a:rPr lang="de-DE" sz="1100" dirty="0" smtClean="0"/>
              <a:t> </a:t>
            </a:r>
            <a:r>
              <a:rPr lang="de-DE" sz="1100" dirty="0" err="1" smtClean="0"/>
              <a:t>callback</a:t>
            </a:r>
            <a:r>
              <a:rPr lang="de-DE" sz="1100" dirty="0" smtClean="0"/>
              <a:t> </a:t>
            </a:r>
            <a:r>
              <a:rPr lang="de-DE" sz="1100" dirty="0" err="1" smtClean="0"/>
              <a:t>relayed</a:t>
            </a:r>
            <a:r>
              <a:rPr lang="de-DE" sz="1100" dirty="0" smtClean="0"/>
              <a:t> werden muss. Ermittelt das eigentliche Ziel</a:t>
            </a:r>
            <a:r>
              <a:rPr lang="de-DE" sz="1100" dirty="0" smtClean="0"/>
              <a:t>.</a:t>
            </a:r>
          </a:p>
          <a:p>
            <a:r>
              <a:rPr lang="de-DE" sz="1100" dirty="0" smtClean="0"/>
              <a:t>HTTP 302 auf redirect.html des Zielservers</a:t>
            </a:r>
            <a:endParaRPr lang="de-DE" sz="1100" dirty="0"/>
          </a:p>
        </p:txBody>
      </p:sp>
      <p:sp>
        <p:nvSpPr>
          <p:cNvPr id="53" name="Rechteck 52"/>
          <p:cNvSpPr/>
          <p:nvPr/>
        </p:nvSpPr>
        <p:spPr>
          <a:xfrm>
            <a:off x="10344469" y="1088085"/>
            <a:ext cx="153252" cy="538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6" name="Gerade Verbindung mit Pfeil 55"/>
          <p:cNvCxnSpPr/>
          <p:nvPr/>
        </p:nvCxnSpPr>
        <p:spPr>
          <a:xfrm flipH="1" flipV="1">
            <a:off x="1930968" y="6216898"/>
            <a:ext cx="8413501" cy="35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/>
          <p:cNvSpPr txBox="1"/>
          <p:nvPr/>
        </p:nvSpPr>
        <p:spPr>
          <a:xfrm>
            <a:off x="4863178" y="5997238"/>
            <a:ext cx="1552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Response mit Ergebnis der </a:t>
            </a:r>
            <a:r>
              <a:rPr lang="de-DE" sz="1200" dirty="0" err="1" smtClean="0"/>
              <a:t>Tokenvalidierung</a:t>
            </a:r>
            <a:r>
              <a:rPr lang="de-DE" sz="1200" dirty="0" smtClean="0"/>
              <a:t>.</a:t>
            </a:r>
            <a:endParaRPr lang="de-DE" sz="1200" dirty="0"/>
          </a:p>
        </p:txBody>
      </p:sp>
      <p:cxnSp>
        <p:nvCxnSpPr>
          <p:cNvPr id="40" name="Gerade Verbindung mit Pfeil 39"/>
          <p:cNvCxnSpPr/>
          <p:nvPr/>
        </p:nvCxnSpPr>
        <p:spPr>
          <a:xfrm flipV="1">
            <a:off x="1704109" y="4802221"/>
            <a:ext cx="8640360" cy="27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/>
          <p:cNvSpPr txBox="1"/>
          <p:nvPr/>
        </p:nvSpPr>
        <p:spPr>
          <a:xfrm>
            <a:off x="4393276" y="4577529"/>
            <a:ext cx="3008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GET redirect.html</a:t>
            </a:r>
            <a:endParaRPr lang="de-DE" sz="1400" dirty="0"/>
          </a:p>
        </p:txBody>
      </p:sp>
      <p:cxnSp>
        <p:nvCxnSpPr>
          <p:cNvPr id="41" name="Gerade Verbindung mit Pfeil 40"/>
          <p:cNvCxnSpPr/>
          <p:nvPr/>
        </p:nvCxnSpPr>
        <p:spPr>
          <a:xfrm flipH="1" flipV="1">
            <a:off x="1704109" y="5269534"/>
            <a:ext cx="8620581" cy="103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627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Breitbild</PresentationFormat>
  <Paragraphs>32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Georg Herdt</dc:creator>
  <cp:lastModifiedBy>Georg Herdt</cp:lastModifiedBy>
  <cp:revision>4</cp:revision>
  <dcterms:created xsi:type="dcterms:W3CDTF">2020-12-04T14:53:22Z</dcterms:created>
  <dcterms:modified xsi:type="dcterms:W3CDTF">2020-12-11T14:06:17Z</dcterms:modified>
</cp:coreProperties>
</file>